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00900-1790-4993-BB2A-ABEB70A7D0F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9310A-50B2-4EA6-8D78-970BBEA089E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09310A-50B2-4EA6-8D78-970BBEA089E1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3796A-BFF0-47DC-AB21-A8C9F05949FB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5D75-166D-42FF-B2DD-427695EFAC0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3796A-BFF0-47DC-AB21-A8C9F05949FB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5D75-166D-42FF-B2DD-427695EFAC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3796A-BFF0-47DC-AB21-A8C9F05949FB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C3835D75-166D-42FF-B2DD-427695EFAC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3796A-BFF0-47DC-AB21-A8C9F05949FB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5D75-166D-42FF-B2DD-427695EFAC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3796A-BFF0-47DC-AB21-A8C9F05949FB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5D75-166D-42FF-B2DD-427695EFAC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3796A-BFF0-47DC-AB21-A8C9F05949FB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5D75-166D-42FF-B2DD-427695EFAC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3796A-BFF0-47DC-AB21-A8C9F05949FB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5D75-166D-42FF-B2DD-427695EFAC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3796A-BFF0-47DC-AB21-A8C9F05949FB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5D75-166D-42FF-B2DD-427695EFAC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3796A-BFF0-47DC-AB21-A8C9F05949FB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5D75-166D-42FF-B2DD-427695EFAC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3796A-BFF0-47DC-AB21-A8C9F05949FB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5D75-166D-42FF-B2DD-427695EFAC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93796A-BFF0-47DC-AB21-A8C9F05949FB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35D75-166D-42FF-B2DD-427695EFAC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5193796A-BFF0-47DC-AB21-A8C9F05949FB}" type="datetimeFigureOut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C3835D75-166D-42FF-B2DD-427695EFAC02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Bright Coffee Shop Sales Analysis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sz="half" idx="1"/>
          </p:nvPr>
        </p:nvSpPr>
        <p:spPr>
          <a:xfrm>
            <a:off x="762000" y="3200400"/>
            <a:ext cx="7391400" cy="1600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400" dirty="0" smtClean="0">
                <a:solidFill>
                  <a:schemeClr val="tx1"/>
                </a:solidFill>
              </a:rPr>
              <a:t>Data-driven insights for growth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3962400"/>
            <a:ext cx="7620000" cy="563563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Prepared by: BM </a:t>
            </a:r>
            <a:r>
              <a:rPr lang="en-US" dirty="0" err="1" smtClean="0"/>
              <a:t>Mokoka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5" name="Picture 4" descr="coffee-cup-latte-free-phot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2000" y="1295400"/>
            <a:ext cx="2514600" cy="167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5029200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Objective: Identify sales trends and opportunities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Tools Used: miro.com → Planning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Databricks:  Data cleaning, analysis &amp; visualization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Power Point: Presentation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Scope: Store performance, time-of-day revenue, product categories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/>
              <a:t>Store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4343400"/>
            <a:ext cx="5486400" cy="2286000"/>
          </a:xfrm>
        </p:spPr>
        <p:txBody>
          <a:bodyPr>
            <a:normAutofit fontScale="70000" lnSpcReduction="20000"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Hell’s Kitchen: R236.51k (top performer)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Astoria: R232.24k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Lower Manhattan: R230.06k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Insight: Balanced revenue distribution across stores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Recommendation: Maintain consistent marketing and operations</a:t>
            </a:r>
            <a:endParaRPr lang="en-US" dirty="0"/>
          </a:p>
        </p:txBody>
      </p:sp>
      <p:pic>
        <p:nvPicPr>
          <p:cNvPr id="4" name="Picture 3" descr="Total Revenue By Store 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3000"/>
            <a:ext cx="5133328" cy="2667000"/>
          </a:xfrm>
          <a:prstGeom prst="rect">
            <a:avLst/>
          </a:prstGeom>
        </p:spPr>
      </p:pic>
      <p:pic>
        <p:nvPicPr>
          <p:cNvPr id="5" name="Picture 4" descr="Revenue Contribution by Store Lo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3048000"/>
            <a:ext cx="3362325" cy="3560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Sales Trends Over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0" y="2590800"/>
            <a:ext cx="3962400" cy="3810000"/>
          </a:xfrm>
        </p:spPr>
        <p:txBody>
          <a:bodyPr>
            <a:normAutofit fontScale="70000" lnSpcReduction="20000"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January: R81.68k to May: R166.49k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Steady growth across months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Insight: Seasonal or promotional factors boosted April–May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Recommendation: Replicate successful campaigns during peak months</a:t>
            </a:r>
          </a:p>
        </p:txBody>
      </p:sp>
      <p:pic>
        <p:nvPicPr>
          <p:cNvPr id="9" name="Picture 8" descr="Sales Trends Per 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133600"/>
            <a:ext cx="4849308" cy="434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Revenue by Time of Day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4800600"/>
            <a:ext cx="7391400" cy="2286000"/>
          </a:xfrm>
        </p:spPr>
        <p:txBody>
          <a:bodyPr>
            <a:normAutofit fontScale="70000" lnSpcReduction="20000"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Morning: 55.56% (R388.29k)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Afternoon: 29.30% (R204.72k)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Evening: 14.72% (R102.87k)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Night: 0.42% (R2.94k)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Recommendation: Increase staffing during morning rush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Introduce afternoon specials to boost mid-day sales</a:t>
            </a:r>
            <a:endParaRPr lang="en-US" dirty="0"/>
          </a:p>
        </p:txBody>
      </p:sp>
      <p:pic>
        <p:nvPicPr>
          <p:cNvPr id="4" name="Picture 3" descr="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3886200" cy="3480770"/>
          </a:xfrm>
          <a:prstGeom prst="rect">
            <a:avLst/>
          </a:prstGeom>
        </p:spPr>
      </p:pic>
      <p:pic>
        <p:nvPicPr>
          <p:cNvPr id="5" name="Picture 4" descr="Revenue by Time of 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55701"/>
            <a:ext cx="3886200" cy="34807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Product Category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953000"/>
            <a:ext cx="8610600" cy="1752600"/>
          </a:xfrm>
        </p:spPr>
        <p:txBody>
          <a:bodyPr>
            <a:normAutofit fontScale="55000" lnSpcReduction="20000"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Coffee: R299.95k (top seller)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Tea: R196.41k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Bakery: R82.23k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Drinking Chocolate: R72.42k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Low performers: Chocolate, Profiteroles, Pie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Recommendation: Promote specialty coffees and teas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Bundle low-performing items with popular products</a:t>
            </a:r>
            <a:endParaRPr lang="en-US" dirty="0"/>
          </a:p>
        </p:txBody>
      </p:sp>
      <p:pic>
        <p:nvPicPr>
          <p:cNvPr id="4" name="Picture 3" descr="Revenue By Product 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143000"/>
            <a:ext cx="4509004" cy="4953000"/>
          </a:xfrm>
          <a:prstGeom prst="rect">
            <a:avLst/>
          </a:prstGeom>
        </p:spPr>
      </p:pic>
      <p:pic>
        <p:nvPicPr>
          <p:cNvPr id="5" name="Picture 4" descr="visualization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143000"/>
            <a:ext cx="4191000" cy="37537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Recommendations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905000"/>
            <a:ext cx="6477000" cy="4191001"/>
          </a:xfrm>
        </p:spPr>
        <p:txBody>
          <a:bodyPr>
            <a:normAutofit fontScale="92500"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Optimize staffing for peak hours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Replicate successful monthly campaigns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Focus marketing on top-selling products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Introduce combo deals for underperforming categories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Introduce products that will attract the change in seasonal preferences, e.g. Ice tea and ice coffee for summer months.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114800"/>
          </a:xfrm>
        </p:spPr>
        <p:txBody>
          <a:bodyPr>
            <a:norm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Bright Coffee Shop shows consistent growth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Balanced store performance across locations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 Data-driven decisions can enhance profitability and customer experience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2922</TotalTime>
  <Words>267</Words>
  <Application>Microsoft Office PowerPoint</Application>
  <PresentationFormat>On-screen Show (4:3)</PresentationFormat>
  <Paragraphs>48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Apex</vt:lpstr>
      <vt:lpstr>Bright Coffee Shop Sales Analysis</vt:lpstr>
      <vt:lpstr>Project Overview</vt:lpstr>
      <vt:lpstr>Store Performance</vt:lpstr>
      <vt:lpstr>Sales Trends Over Time</vt:lpstr>
      <vt:lpstr>Revenue by Time of Day</vt:lpstr>
      <vt:lpstr>Product Category Performance</vt:lpstr>
      <vt:lpstr>Key Recommendations</vt:lpstr>
      <vt:lpstr>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9</cp:revision>
  <dcterms:created xsi:type="dcterms:W3CDTF">2026-08-09T10:49:39Z</dcterms:created>
  <dcterms:modified xsi:type="dcterms:W3CDTF">2026-08-11T11:32:16Z</dcterms:modified>
</cp:coreProperties>
</file>